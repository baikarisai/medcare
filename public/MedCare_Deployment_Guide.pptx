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5029200"/>
            <a:ext cx="5486400" cy="5486400"/>
          </a:xfrm>
          <a:prstGeom prst="round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-914400"/>
            <a:ext cx="5486400" cy="5486400"/>
          </a:xfrm>
          <a:prstGeom prst="round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0" y="1097280"/>
            <a:ext cx="914400" cy="9144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188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MedCare 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82F6"/>
                </a:solidFill>
                <a:latin typeface="Calibri"/>
              </a:defRPr>
            </a:pPr>
            <a:r>
              <a:t>Deployment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Local Development  |  Vercel  |  Supabase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Full-Stack Next.js + Supabase (PostgreSQL) Hospital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81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2"/>
            <a:ext cx="64008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408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Required tools, accounts &amp; credentials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06624"/>
            <a:ext cx="64008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Supabase Database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626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Create tables, configure RLS, seed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28416"/>
            <a:ext cx="64008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924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46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Local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84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Step-by-step local development setup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50208"/>
            <a:ext cx="64008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1421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68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Vercel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Production deployment to Vercel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64008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3600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28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Complete env config reference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93792"/>
            <a:ext cx="64008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Common Errors &amp; 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4498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Troubleshooting deployment issues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15584"/>
            <a:ext cx="640080" cy="457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795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D4ED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833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Post-Deployment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60716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Verification &amp;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01 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237744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920240" cy="27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Next.js 14 (App Router)</a:t>
            </a:r>
            <a:br/>
            <a:r>
              <a:t>Tailwind CSS</a:t>
            </a:r>
            <a:br/>
            <a:r>
              <a:t>ShadCN UI</a:t>
            </a:r>
            <a:br/>
            <a:r>
              <a:t>Lucide Icons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63040"/>
            <a:ext cx="2286000" cy="2377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1920240" cy="27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Next.js API Routes</a:t>
            </a:r>
            <a:br/>
            <a:r>
              <a:t>Catch-all Route Handler</a:t>
            </a:r>
            <a:br/>
            <a:r>
              <a:t>Server-side Logic</a:t>
            </a:r>
            <a:br/>
            <a:r>
              <a:t>JWT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463040"/>
            <a:ext cx="2286000" cy="2377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057400"/>
            <a:ext cx="1920240" cy="27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Supabase (PostgreSQL)</a:t>
            </a:r>
            <a:br/>
            <a:r>
              <a:t>6 Tables</a:t>
            </a:r>
            <a:br/>
            <a:r>
              <a:t>Row Level Security</a:t>
            </a:r>
            <a:br/>
            <a:r>
              <a:t>Real-time capable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2286000" cy="23774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057400"/>
            <a:ext cx="1920240" cy="27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Vercel (Frontend+API)</a:t>
            </a:r>
            <a:br/>
            <a:r>
              <a:t>Automatic SSL</a:t>
            </a:r>
            <a:br/>
            <a:r>
              <a:t>Edge Network</a:t>
            </a:r>
            <a:br/>
            <a:r>
              <a:t>CI/CD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Database Tables (PostgreSQL via Supabase)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169164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departments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39" y="4663440"/>
            <a:ext cx="169164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doctors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663440"/>
            <a:ext cx="169164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4663440"/>
            <a:ext cx="169164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663440"/>
            <a:ext cx="169164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blogs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4663440"/>
            <a:ext cx="1691640" cy="4114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4709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contact_queries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Tech Stack:  Next.js 14  •  React 18  •  Tailwind CSS  •  ShadCN UI  •  Supabase JS v2  •  PostgreSQL  •  Sonner  •  Lucide React  •  UUID  •  Zod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02  Prerequisites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Required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Node.js v18+ (LTS recommended)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Yarn package manager (npm install -g yarn)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Git for version control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Code editor (VS Code recommended)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Terminal / Command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Verify Installation: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97680"/>
            <a:ext cx="4754880" cy="13716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34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node --version    # v18.x or higher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yarn --version    # 1.22.x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git --version     # 2.x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npx --version     # 10.x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Required Accounts &amp; 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Supabase Account (free tier available)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supabase.com/dashboard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You need: Project URL, Anon Key, Service Role Key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Vercel Account (for production deployment)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vercel.com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Connect your GitHub repository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GitHub Account (optional but recommended)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  <a:latin typeface="Calibri"/>
              </a:defRPr>
            </a:pPr>
            <a:r>
              <a:t>  For CI/CD with 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03  Supabase Database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572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Create a Supabase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Go to supabase.com/dashboard &gt; New Project &gt; Choose region &gt; Set database 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4572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Get Your API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Settings &gt; API &gt; Copy: Project URL, anon key, service_role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4572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Create Tables (SQL Editor)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3035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CREATE TABLE IF NOT EXISTS departments (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id TEXT PRIMARY KEY, name TEXT NOT NULL,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slug TEXT NOT NULL, icon TEXT,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description TEXT, services JSONB DEFAULT '[]'::jsonb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CREATE TABLE IF NOT EXISTS doctors (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id TEXT PRIMARY KEY, name TEXT NOT NULL,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slug TEXT, department_id TEXT, department TEXT,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qualification TEXT, experience INTEGER DEFAULT 0,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bio TEXT, gender TEXT, rating DECIMAL(3,1),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reviews INTEGER DEFAULT 0, featured BOOLEAN DEFAULT false,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  availability JSONB, consultation_fee INTEGER DEFAULT 0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-- appointments, users, blogs, contact_queries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-- (See full SQL in project /api/setup-sql endpoint)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Important: Save These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SUPABASE_URL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https://[project-ref].supabase.co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Found in: Settings &gt; API &gt; URL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SUPABASE_ANON_KEY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eyJhbGciOi... (public key)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Found in: Settings &gt; API &gt; anon public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SUPABASE_SERVICE_ROLE_KEY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eyJhbGciOi... (secret key)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Found in: Settings &gt; API &gt; service_role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NEVER expose in client-side code!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After running SQL, call /api/seed to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populate initial data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04  Local Deployment (Step-by-Step)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9436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1: Clone the repository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git clone https://github.com/your-org/medcare-hospital.git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cd medcare-hospital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2: Install dependencies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yarn install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3: Create .env file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cp .env.example .env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4: Edit .env with your Supabase credentials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SUPABASE_URL=https://xxx.supabase.co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SUPABASE_ANON_KEY=eyJhbGciOi...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SUPABASE_SERVICE_ROLE_KEY=eyJhbGciOi...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NEXT_PUBLIC_BASE_URL=http://localhost:3000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5: Run development server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yarn dev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6: Open browser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http://localhost:3000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onsolas"/>
              </a:defRPr>
            </a:pPr>
            <a:r>
              <a:t># First visit triggers /api/seed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280160"/>
            <a:ext cx="4572000" cy="20116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4ED8"/>
                </a:solidFill>
                <a:latin typeface="Calibri"/>
              </a:defRPr>
            </a:pPr>
            <a:r>
              <a:t>Local Dev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92024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Hot reload is enabled by default</a:t>
            </a:r>
          </a:p>
          <a:p>
            <a:pPr>
              <a:spcAft>
                <a:spcPts val="4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API routes: http://localhost:3000/api/*</a:t>
            </a:r>
          </a:p>
          <a:p>
            <a:pPr>
              <a:spcAft>
                <a:spcPts val="4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Frontend: http://localhost:3000</a:t>
            </a:r>
          </a:p>
          <a:p>
            <a:pPr>
              <a:spcAft>
                <a:spcPts val="4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Use yarn (NOT npm) for consistency</a:t>
            </a:r>
          </a:p>
          <a:p>
            <a:pPr>
              <a:spcAft>
                <a:spcPts val="4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Server restarts needed only for .env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474720"/>
            <a:ext cx="4572000" cy="2560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114800"/>
            <a:ext cx="41148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251960"/>
            <a:ext cx="3749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/app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├── app/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│   ├── api/[[...path]]/route.js  # Backend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│   ├── page.js                    # Frontend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│   ├── layout.js                  # Layout + SEO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│   └── globals.css                # Styles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├── components/ui/                 # ShadCN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├── .env                           # Credentials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├── package.json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 └── tailwind.config.js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05  Vercel + Supabase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572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Push to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Push your code to a GitHub/GitLab/Bitbucket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45720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Import to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vercel.com &gt; New Project &gt; Import Git Repository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4572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Configure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03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Framework: Next.js (auto-detected)</a:t>
            </a:r>
            <a:br/>
            <a:r>
              <a:t>Root Directory: ./ (default)</a:t>
            </a:r>
            <a:br/>
            <a:r>
              <a:t>Build Command: next build</a:t>
            </a:r>
            <a:br/>
            <a:r>
              <a:t>Output Directory: .next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457200" cy="457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Set Environment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Add ALL 4 env vars in Vercel Dashboard:</a:t>
            </a:r>
            <a:br/>
            <a:r>
              <a:t>SUPABASE_URL, SUPABASE_ANON_KEY,</a:t>
            </a:r>
            <a:br/>
            <a:r>
              <a:t>SUPABASE_SERVICE_ROLE_KEY,</a:t>
            </a:r>
            <a:br/>
            <a:r>
              <a:t>NEXT_PUBLIC_BASE_URL=https://your-domain.vercel.app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45720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Deploy!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15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Click Deploy &gt; Wait for build &gt; Verify at your URL</a:t>
            </a:r>
            <a:br/>
            <a:r>
              <a:t>First visit: data auto-seeds via /api/seed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371600"/>
            <a:ext cx="466344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Vercel Environment Variables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2011680"/>
            <a:ext cx="411480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148840"/>
            <a:ext cx="3749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In Vercel Dashboard &gt; Settings &gt; Environment Variables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SUPABASE_URL=https://xxx.supabase.co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SUPABASE_ANON_KEY=eyJhbGciOi...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SUPABASE_SERVICE_ROLE_KEY=eyJhbGciOi...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NEXT_PUBLIC_BASE_URL=https://your-app.vercel.app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Important: Set for ALL environments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(Production, Preview, Development)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Custom Domain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846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1. Vercel &gt; Settings &gt; Domains</a:t>
            </a:r>
            <a:br/>
            <a:r>
              <a:t>2. Add your domain</a:t>
            </a:r>
            <a:br/>
            <a:r>
              <a:t>3. Update DNS records (CNAME/A)</a:t>
            </a:r>
            <a:br/>
            <a:r>
              <a:t>4. SSL auto-provisioned by Vercel</a:t>
            </a:r>
            <a:br/>
            <a:r>
              <a:t>5. Update NEXT_PUBLIC_BASE_URL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06  Environment Variables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Example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Where to Find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106984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SUPABASE_URL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https://xxx.supabase.co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4767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94767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Supabase &gt; Settings &gt;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77439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505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SUPABASE_ANON_KEY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4505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eyJhbG...(public JWT)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4505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505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Supabase &gt; Settings &gt;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880359"/>
            <a:ext cx="106984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95351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SUPABASE_SERVICE_ROLE_KEY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295351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eyJhbG...(secret JWT)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5351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9535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Supabase &gt; Settings &gt;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79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45643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NEXT_PUBLIC_BASE_URL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34564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https://your-domain.com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45643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4564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Your deployment URL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886199"/>
            <a:ext cx="106984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95935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CORS_ORIGINS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95935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95935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95935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Set to domain in production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SECURITY WARNINGS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DC2626"/>
                </a:solidFill>
                <a:latin typeface="Calibri"/>
              </a:defRPr>
            </a:pPr>
            <a:r>
              <a:t>  NEVER commit .env files to version control - add .env to .gitignore</a:t>
            </a:r>
          </a:p>
          <a:p>
            <a:pPr>
              <a:spcAft>
                <a:spcPts val="300"/>
              </a:spcAft>
              <a:defRPr sz="1100">
                <a:solidFill>
                  <a:srgbClr val="DC2626"/>
                </a:solidFill>
                <a:latin typeface="Calibri"/>
              </a:defRPr>
            </a:pPr>
            <a:r>
              <a:t>  NEVER expose SUPABASE_SERVICE_ROLE_KEY in client-side code (no NEXT_PUBLIC_ prefix!)</a:t>
            </a:r>
          </a:p>
          <a:p>
            <a:pPr>
              <a:spcAft>
                <a:spcPts val="300"/>
              </a:spcAft>
              <a:defRPr sz="1100">
                <a:solidFill>
                  <a:srgbClr val="DC2626"/>
                </a:solidFill>
                <a:latin typeface="Calibri"/>
              </a:defRPr>
            </a:pPr>
            <a:r>
              <a:t>  The service_role key bypasses Row Level Security - keep it server-side only</a:t>
            </a:r>
          </a:p>
          <a:p>
            <a:pPr>
              <a:spcAft>
                <a:spcPts val="300"/>
              </a:spcAft>
              <a:defRPr sz="1100">
                <a:solidFill>
                  <a:srgbClr val="DC2626"/>
                </a:solidFill>
                <a:latin typeface="Calibri"/>
              </a:defRPr>
            </a:pPr>
            <a:r>
              <a:t>  In production, set CORS_ORIGINS to your specific domain instead of '*'</a:t>
            </a:r>
          </a:p>
          <a:p>
            <a:pPr>
              <a:spcAft>
                <a:spcPts val="300"/>
              </a:spcAft>
              <a:defRPr sz="1100">
                <a:solidFill>
                  <a:srgbClr val="DC2626"/>
                </a:solidFill>
                <a:latin typeface="Calibri"/>
              </a:defRPr>
            </a:pPr>
            <a:r>
              <a:t>  Rotate keys immediately if accidentally exposed in public repositories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07  Common Errors &amp; Fixes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37160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#1: relation "departments" does not exist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8308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PostgrestError: relation "public.departments"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Tables not created yet. Run the SQL script in Supabase SQL Editor (Dashboard &gt; SQL Editor &gt; New Query &gt; Paste SQL &gt; Run)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97180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#2: SUPABASE_URL is not defined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8328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2044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TypeError: Cannot read properties of undefined (reading 'from')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createClient requires a valid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947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Missing .env file or env vars. Create .env with SUPABASE_URL, SUPABASE_ANON_KEY, SUPABASE_SERVICE_ROLE_KEY. Restart server after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57200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#3: JWT expired / Invalid API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98348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{"message":"Invalid API key","hint":"Double check your Supabase URL and key"}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Verify your Supabase keys are correct. Check Settings &gt; API in Supabase Dashboard. Ensure no extra spaces/newlines in .env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07  Common Errors &amp; Fixes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37160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#4: Vercel Build Fails - Module Not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8308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Module not found: Can't resolve '@supabase/supabase-js'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Error: Build failed with exit code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Ensure @supabase/supabase-js is in package.json dependencies. Run 'yarn install' locally first, commit yarn.lock file, then redeploy.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92608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#5: CORS / Network Error on API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3756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Access-Control-Allow-Origin header missing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Failed to fetch /api/departments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Check NEXT_PUBLIC_BASE_URL matches your actual domain. API routes must use /api prefix. In Vercel, redeploy after adding env vars.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48056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#6: duplicate key value violates unique constraint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9204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2920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error: duplicate key value violates unique constraint "users_email_key"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Database already has this record. The /api/seed endpoint checks for existing data. Clear the table in Supabase Dashboard &gt; Table Editor, or skip seeding.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603504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126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#7: Vercel Serverless Function Timeout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644652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658368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FUNCTION_INVOCATION_TIMEOUT: Task timed out after 10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8580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Supabase free tier cold starts can be slow. Upgrade to Pro plan, or add connection retry logic. Check Supabase project isn't paused (free tier pauses after 7 days of inactivity).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07  Common Errors &amp; Fixes (Part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37160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#8: Hydration Mismatch (Next.js)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8308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Error: Hydration failed because server rendered HTML didn't match client.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Text content does not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This happens with localStorage access during SSR. Use 'use client' directive. Check typeof window !== 'undefined' before localStorage. Already handled in this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92608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#9: RLS (Row Level Security) Blocking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3756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{"code":"42501","message":"permission denied for table departments"}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Using service_role key bypasses RLS. If using anon key, add RLS policies: ALTER TABLE departments ENABLE ROW LEVEL SECURITY; CREATE POLICY ... Using service role key is recommended for API routes.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48056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#10: Supabase Project Paused (Free Tier)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89204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2920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FetchError: request to https://xxx.supabase.co/rest/v1/departments failed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connection refused /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Free Supabase projects pause after 7 days of inactivity. Go to Supabase Dashboard &gt; Resume project. Consider upgrading to Pro ($25/mo) for always-on.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73152" cy="1463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" y="6035040"/>
            <a:ext cx="106253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6126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Error #11: next build fails: ESLint errors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6446520"/>
            <a:ext cx="10241280" cy="3657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6583680"/>
            <a:ext cx="9875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Failed to compile. ESLint: 'X' is defined but never used.</a:t>
            </a:r>
          </a:p>
          <a:p>
            <a:pPr>
              <a:spcAft>
                <a:spcPts val="20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t>next build failed with exit code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8580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  <a:latin typeface="Calibri"/>
              </a:defRPr>
            </a:pPr>
            <a:r>
              <a:t>Fix: Add to next.config.js: eslint: { ignoreDuringBuilds: true }. Or fix the specific ESLint errors shown in the build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08  Post-Deployment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Functionality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Home page loads with departments &amp; doctors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Appointment booking flow works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94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Contact form submits successfully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054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Admin login works (admin@medcare.com / admin123)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Admin can manage appointments (complete/cancel/delete)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Admin can view &amp; delete leads with phone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Blog articles load and display correctly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All navigation links work properly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68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342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Page load time &lt; 3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90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API response time &lt; 500ms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Images lazy-loaded properly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023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No console errors in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HTTPS enabled (auto on Vercel)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933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.env not committed to 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494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Service role key only on server-side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054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Input validation on all 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61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CORS configured for production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SEO &amp;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66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Page title &amp; meta description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221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Open Graph tags configured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782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Verify Google Search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Set up Vercel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90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Monitor Supabase usage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   Set up uptime monitoring (optional)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Quick Reference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Local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01752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Install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yarn install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Development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yarn dev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Production build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yarn build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yarn start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Lint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yarn lint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Seed database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curl localhost:3000/api/seed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Vercel 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301752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Install Vercel CLI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npm i -g vercel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Deploy from CLI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vercel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Production deploy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vercel --prod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Check logs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vercel logs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# Environment vars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vercel env add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onsolas"/>
              </a:defRPr>
            </a:pPr>
            <a:r>
              <a:t>vercel env 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Key URLs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API Health Check: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  /api/health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Seed Database: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  /api/seed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Get Setup SQL: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  /api/setup-sql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Admin Login: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  admin@medcare.com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  admin123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Supabase Dashboard:</a:t>
            </a:r>
          </a:p>
          <a:p>
            <a:pPr>
              <a:spcAft>
                <a:spcPts val="200"/>
              </a:spcAft>
              <a:defRPr sz="1000">
                <a:solidFill>
                  <a:srgbClr val="A6E22E"/>
                </a:solidFill>
                <a:latin typeface="Calibri"/>
              </a:defRPr>
            </a:pPr>
            <a:r>
              <a:t>  supabase.com/dashboard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MedCare Multi-Speciality Hospital  |  Built with Next.js + Supabase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